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50" d="100"/>
          <a:sy n="150" d="100"/>
        </p:scale>
        <p:origin x="-25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AFDF48-CFE1-41B2-B887-25B9EF0ABE42}" type="datetimeFigureOut">
              <a:rPr lang="en-US" smtClean="0"/>
              <a:t>7/6/2024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F4BF5F-300E-4735-813D-E4F05A5E4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965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4BF5F-300E-4735-813D-E4F05A5E45B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5354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D46E4-BD7A-0E4E-164D-52AFB787F6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2EDB7C-A36D-DA07-7124-AE94640E18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63C63D-BB33-0CFA-E329-EC6DA1913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D68D1-F0ED-4407-B907-065593EED250}" type="datetimeFigureOut">
              <a:rPr lang="en-US" smtClean="0"/>
              <a:t>7/6/2024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D7F81D-8D48-D571-E79E-C2C2CE9EE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1BB817-7802-2A10-4A19-03B5E3C46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B3E33-5659-4BD5-A540-975A9036F3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9535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04C4A-40AA-3D33-979C-5FCB8E2CC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F8C7DB-28FF-849E-E5AB-BCCD6E7C4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9FFB5A-A71E-8199-5CDC-713732453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D68D1-F0ED-4407-B907-065593EED250}" type="datetimeFigureOut">
              <a:rPr lang="en-US" smtClean="0"/>
              <a:t>7/6/2024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18C79C-6D95-770D-119B-6D23FB01C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06C029-003A-BAAB-C17D-9FC1B9EE5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B3E33-5659-4BD5-A540-975A9036F3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502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9014E-0AB3-D40B-3CAE-92E83F620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1F2A39-0ABC-13D7-885E-F47EFA6E3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E0ECAF-8331-FE9B-A8F1-4347F0B8C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D68D1-F0ED-4407-B907-065593EED250}" type="datetimeFigureOut">
              <a:rPr lang="en-US" smtClean="0"/>
              <a:t>7/6/2024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09EE4E-4C55-3B40-F752-D8B8EAFFA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6834F2-CC22-0CFF-5E2D-C39902FCB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B3E33-5659-4BD5-A540-975A9036F3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340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A1F94-5721-FEAF-D556-69ACDB8B7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C3832D-93F1-0656-3FD4-C3E6EE4793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3854CF-4CE1-FC4A-D838-10F778C967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2E1F34-C01E-0B33-B145-ED69BCC51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D68D1-F0ED-4407-B907-065593EED250}" type="datetimeFigureOut">
              <a:rPr lang="en-US" smtClean="0"/>
              <a:t>7/6/2024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9D6739-C0AE-9EBF-0F5F-8D8026493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DB6B71-CB9D-8A2C-3EE9-651B77D5B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B3E33-5659-4BD5-A540-975A9036F3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757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075BF-C54A-3018-02AE-3F8711A52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F072EA-E071-718D-AE52-BD4D90C223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B20BE0-BD20-1E7F-8457-7145C516E7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09E39A-FF83-5AE9-4C04-353F2905DD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3CD5ED-3FE5-D110-9457-D15C36368D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F56C16-FD2B-CFEB-7256-A876A8B15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D68D1-F0ED-4407-B907-065593EED250}" type="datetimeFigureOut">
              <a:rPr lang="en-US" smtClean="0"/>
              <a:t>7/6/2024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110213-A06C-E527-376B-3769645E6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9C693D-F79E-D296-8357-3E62A2049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B3E33-5659-4BD5-A540-975A9036F3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525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DF9F7-658C-E35E-C1A3-BCD15935F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B30ED8-694C-BC1E-E379-A44A475C7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D68D1-F0ED-4407-B907-065593EED250}" type="datetimeFigureOut">
              <a:rPr lang="en-US" smtClean="0"/>
              <a:t>7/6/2024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55E53D-58B1-C680-EA45-95B332BAA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93B09F-6E69-BFCA-0551-6AB3BFCDE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B3E33-5659-4BD5-A540-975A9036F3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390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DA247E-C0F6-246E-63AD-4136E92F5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D68D1-F0ED-4407-B907-065593EED250}" type="datetimeFigureOut">
              <a:rPr lang="en-US" smtClean="0"/>
              <a:t>7/6/2024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77724F-A1B2-69D4-2FDC-843A919FD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CFD561-D94E-1913-5E31-20FD2A212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B3E33-5659-4BD5-A540-975A9036F3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497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5B806-4902-6B64-E0FC-803E9EA59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47B9F-D85C-F5B0-47B6-8F990F0D85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E58306-81DF-9CC1-9A15-6B89CEE4E4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236B3F-FC3B-9BCC-ECC1-47C47BC92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D68D1-F0ED-4407-B907-065593EED250}" type="datetimeFigureOut">
              <a:rPr lang="en-US" smtClean="0"/>
              <a:t>7/6/2024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B76456-3D00-99BD-4651-93C49A06C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0F0C16-4347-05BC-C00E-A3300A93C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B3E33-5659-4BD5-A540-975A9036F3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225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230F6-57E1-6B56-86FD-31EE07D56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BB7A2E-0657-2A4C-EFD0-DF50C323CB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F61335-0A76-8EBC-20FD-11B79C9286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541E5B-BAF4-3031-D4A7-A125F46B5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D68D1-F0ED-4407-B907-065593EED250}" type="datetimeFigureOut">
              <a:rPr lang="en-US" smtClean="0"/>
              <a:t>7/6/2024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EB0D44-880D-D428-3CA2-8AE275216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F0C051-EA86-290F-4821-3B40D6377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B3E33-5659-4BD5-A540-975A9036F3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595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9E444-67E4-A171-155C-80BC61FF2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52BE83-56C8-C9E6-9DF9-1BEB9169C1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4D0EAE-AB0A-E4AB-0418-24E33A98F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D68D1-F0ED-4407-B907-065593EED250}" type="datetimeFigureOut">
              <a:rPr lang="en-US" smtClean="0"/>
              <a:t>7/6/2024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E3E4D1-7581-04C0-97FF-FE2F7EF85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B2E48E-F6AD-C210-A4A7-1DC6607C0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B3E33-5659-4BD5-A540-975A9036F3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775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D01739-3908-5679-CC8A-DD08DF4EF6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36D4AD-EDE5-3CE7-40A2-995E544D66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8937F9-C71F-0714-7444-1666B7649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D68D1-F0ED-4407-B907-065593EED250}" type="datetimeFigureOut">
              <a:rPr lang="en-US" smtClean="0"/>
              <a:t>7/6/2024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22A5D5-16A4-28B6-3986-44EA54B79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34EFE0-9284-B625-41D0-F11C19FC3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B3E33-5659-4BD5-A540-975A9036F3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88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396720-0FFF-EBDB-39A3-D346E97EE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E2726B-1AD1-718F-0025-DED1FC19D3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5345F9-1277-0CEB-F57D-267284BC38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CD68D1-F0ED-4407-B907-065593EED250}" type="datetimeFigureOut">
              <a:rPr lang="en-US" smtClean="0"/>
              <a:t>7/6/2024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3FD037-9978-92E2-309C-4E89B827D6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F81463-F872-F243-E842-18759E4505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1B3E33-5659-4BD5-A540-975A9036F3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523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89B8C52-B8B8-BF54-BFC8-7A0EF1CD5919}"/>
              </a:ext>
            </a:extLst>
          </p:cNvPr>
          <p:cNvSpPr txBox="1"/>
          <p:nvPr/>
        </p:nvSpPr>
        <p:spPr>
          <a:xfrm>
            <a:off x="2006" y="54509"/>
            <a:ext cx="2687854" cy="26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100" b="1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Design a URL-shortening service, </a:t>
            </a:r>
            <a:r>
              <a:rPr lang="en-US" sz="1100" b="1" dirty="0" err="1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TinyURL</a:t>
            </a:r>
            <a:endParaRPr lang="en-US" sz="1100" b="1" dirty="0"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7A63D9EF-42C4-DA5C-2903-2233B1687D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93" y="403226"/>
            <a:ext cx="3015941" cy="2900166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31AFED26-0EE8-3A65-7D7B-69D1F30E7E59}"/>
              </a:ext>
            </a:extLst>
          </p:cNvPr>
          <p:cNvSpPr txBox="1"/>
          <p:nvPr/>
        </p:nvSpPr>
        <p:spPr>
          <a:xfrm>
            <a:off x="176213" y="1304926"/>
            <a:ext cx="1004887" cy="215444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chemeClr val="bg1"/>
                </a:solidFill>
              </a:rPr>
              <a:t>Create Short URL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4E2BE949-4230-4405-FE94-7D6EEE18DE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7607" y="403226"/>
            <a:ext cx="3312838" cy="2900166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E5A4C10A-7487-46EB-2D57-B7E03114F07B}"/>
              </a:ext>
            </a:extLst>
          </p:cNvPr>
          <p:cNvSpPr txBox="1"/>
          <p:nvPr/>
        </p:nvSpPr>
        <p:spPr>
          <a:xfrm>
            <a:off x="3973513" y="2460626"/>
            <a:ext cx="10048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chemeClr val="bg1"/>
                </a:solidFill>
              </a:rPr>
              <a:t>Load Balancer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0A4F04E-96AE-1542-D493-25A33B45B51E}"/>
              </a:ext>
            </a:extLst>
          </p:cNvPr>
          <p:cNvSpPr txBox="1"/>
          <p:nvPr/>
        </p:nvSpPr>
        <p:spPr>
          <a:xfrm>
            <a:off x="5370513" y="1939926"/>
            <a:ext cx="11064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chemeClr val="bg1"/>
                </a:solidFill>
              </a:rPr>
              <a:t>Increase amounts of replica of the web server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8677B61-DB44-3A74-5641-29E78EFA68B7}"/>
              </a:ext>
            </a:extLst>
          </p:cNvPr>
          <p:cNvSpPr txBox="1"/>
          <p:nvPr/>
        </p:nvSpPr>
        <p:spPr>
          <a:xfrm>
            <a:off x="5550981" y="1034951"/>
            <a:ext cx="11064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chemeClr val="bg1"/>
                </a:solidFill>
              </a:rPr>
              <a:t>Shard the database to handle huge amounts of object data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B080A49-F585-E23E-9EFF-3581969E4CC1}"/>
              </a:ext>
            </a:extLst>
          </p:cNvPr>
          <p:cNvSpPr txBox="1"/>
          <p:nvPr/>
        </p:nvSpPr>
        <p:spPr>
          <a:xfrm>
            <a:off x="3329557" y="935595"/>
            <a:ext cx="11064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chemeClr val="bg1"/>
                </a:solidFill>
              </a:rPr>
              <a:t>Cache system to reduce the load on the database</a:t>
            </a:r>
          </a:p>
        </p:txBody>
      </p:sp>
    </p:spTree>
    <p:extLst>
      <p:ext uri="{BB962C8B-B14F-4D97-AF65-F5344CB8AC3E}">
        <p14:creationId xmlns:p14="http://schemas.microsoft.com/office/powerpoint/2010/main" val="11556557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39</Words>
  <Application>Microsoft Office PowerPoint</Application>
  <PresentationFormat>Widescreen</PresentationFormat>
  <Paragraphs>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Zárbio Rómulo Ordoñez Dávila</dc:creator>
  <cp:lastModifiedBy>Zarbio</cp:lastModifiedBy>
  <cp:revision>3</cp:revision>
  <dcterms:created xsi:type="dcterms:W3CDTF">2024-07-07T02:09:23Z</dcterms:created>
  <dcterms:modified xsi:type="dcterms:W3CDTF">2024-07-07T02:22:32Z</dcterms:modified>
</cp:coreProperties>
</file>